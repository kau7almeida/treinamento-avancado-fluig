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Treinamento Avançado Fluig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04 — Formulários Avançados e Técnicas Dinâmicas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 |  12 sessões  |  JYNX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do 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Zoom — busca avançada com modal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— sugestões inline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Pai × Filho (cascateamento de selects)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populado via Dataset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Dinâmicas (adicionar/remover linhas)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Exercício: Pedido de Material completo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 Zoom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avançada com modal pesquisável — o componente mais usado em formulários corporativos.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1920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63040"/>
            <a:ext cx="19202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169164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Usuário digita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clica na lupa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51760" y="1463040"/>
            <a:ext cx="1920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2651760" y="1463040"/>
            <a:ext cx="19202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7560" y="169164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74320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abre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 do dataset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1463040"/>
            <a:ext cx="1920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463040"/>
            <a:ext cx="19202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0" name="Shape 17"/>
          <p:cNvSpPr/>
          <p:nvPr/>
        </p:nvSpPr>
        <p:spPr>
          <a:xfrm>
            <a:off x="5532120" y="169164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1" name="Text 18"/>
          <p:cNvSpPr/>
          <p:nvPr/>
        </p:nvSpPr>
        <p:spPr>
          <a:xfrm>
            <a:off x="55321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93776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Filtra e seleciona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3776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desejado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40880" y="1463040"/>
            <a:ext cx="19202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7040880" y="1463040"/>
            <a:ext cx="19202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6" name="Shape 23"/>
          <p:cNvSpPr/>
          <p:nvPr/>
        </p:nvSpPr>
        <p:spPr>
          <a:xfrm>
            <a:off x="7726680" y="169164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7" name="Text 24"/>
          <p:cNvSpPr/>
          <p:nvPr/>
        </p:nvSpPr>
        <p:spPr>
          <a:xfrm>
            <a:off x="77266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13232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Campos preenchidos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13232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8620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80160" y="3749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para 50+ registros. Select para até 50. AutoComplete para busca rápida.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 Pai × Filho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um campo (pai) filtra automaticamente as opções de outro (filho).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463040"/>
            <a:ext cx="320040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463040"/>
            <a:ext cx="320040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PAI: Estado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Usuário seleciona 'São Paulo'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onChange dispara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Chama dataset com filtro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1463040"/>
            <a:ext cx="3383280" cy="2926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1463040"/>
            <a:ext cx="338328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516636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FILHO: Cidade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6360" y="21031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Limpar opções anteriores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Popular com cidades de SP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Habilitar o campo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23360" y="2560320"/>
            <a:ext cx="914400" cy="3657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Listas Dinâmicas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onde o usuário adiciona e remove linhas — a funcionalidade mais usada no dia a dia.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371600"/>
            <a:ext cx="54864" cy="16459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63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Convenção dos 3 underscores (___)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8745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name="item_descricao___1"   → linha 1, coluna descricao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name="item_descricao___2"   → linha 2, coluna descricao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name="item_quantidade___1"  → linha 1, coluna quantidade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Fluig cria a tabela filha automaticamente!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291840"/>
            <a:ext cx="24688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2918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2" name="Shape 9"/>
          <p:cNvSpPr/>
          <p:nvPr/>
        </p:nvSpPr>
        <p:spPr>
          <a:xfrm>
            <a:off x="1645920" y="352044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Adicionar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linha, incrementar ___N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20440" y="3291840"/>
            <a:ext cx="24688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4"/>
          <p:cNvSpPr/>
          <p:nvPr/>
        </p:nvSpPr>
        <p:spPr>
          <a:xfrm>
            <a:off x="3520440" y="32918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8" name="Shape 15"/>
          <p:cNvSpPr/>
          <p:nvPr/>
        </p:nvSpPr>
        <p:spPr>
          <a:xfrm>
            <a:off x="4434840" y="352044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9" name="Text 16"/>
          <p:cNvSpPr/>
          <p:nvPr/>
        </p:nvSpPr>
        <p:spPr>
          <a:xfrm>
            <a:off x="44348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1188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1188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linha, reindexar campos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3291840"/>
            <a:ext cx="24688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309360" y="329184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4" name="Shape 21"/>
          <p:cNvSpPr/>
          <p:nvPr/>
        </p:nvSpPr>
        <p:spPr>
          <a:xfrm>
            <a:off x="7223760" y="3520440"/>
            <a:ext cx="457200" cy="45720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5" name="Text 22"/>
          <p:cNvSpPr/>
          <p:nvPr/>
        </p:nvSpPr>
        <p:spPr>
          <a:xfrm>
            <a:off x="7223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por linha, total geral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 o quê?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opções fixas (Sim/Não)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5-50 opções estáticas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fixo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5-50 opções dinâmicas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com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opções (fornecedores, produtos)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rápida com sugestão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 dependentes (Estado→Cidade)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 × Filho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Múltiplos registros (itens do pedido)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Dinâmica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Exercício: Pedido de Material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Dados do solicitante (helper + select via dataset)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Zoom para selecionar fornecedor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Lista dinâmica de itens com ___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Cálculo automático (subtotal + total)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Botão adicionar/remover linhas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validar que lista tem pelo menos 1 item ao salvar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abre modal vazia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nome do dataset (case sensitive)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 não preenche campos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Conferir mapeamento formFieldsList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Pai×Filho: valor antigo persiste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 $filho.empty() antes de popular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perde dados ao salvar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padrão nome___N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retorna NaN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Converter moeda: replace('.','').replace(',','.')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mostra 'Carregando...'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não carregou — verificar console F12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para busca avançada, AutoComplete para sugestões, Select+Dataset para combos dinâmicos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14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× Filho: SEMPRE limpar o campo filho quando o pai muda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dinâmica usa ___ (3 underscores) — Fluig cria tabela filha automaticamente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Sessão 05 — Projeto Integrador 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Segunda-feira, 31/03/2026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Sistema de Solicitação de Compras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base com Zoom + lista dinâmica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do workflow de aprovação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100% hands-on — preparem-se!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Sessão 04 - Formulários Avançados e Técnicas Dinâmicas</dc:title>
  <dc:subject>PptxGenJS Presentation</dc:subject>
  <dc:creator>JYNX</dc:creator>
  <cp:lastModifiedBy>JYNX</cp:lastModifiedBy>
  <cp:revision>1</cp:revision>
  <dcterms:created xsi:type="dcterms:W3CDTF">2026-03-26T13:29:42Z</dcterms:created>
  <dcterms:modified xsi:type="dcterms:W3CDTF">2026-03-26T13:29:42Z</dcterms:modified>
</cp:coreProperties>
</file>