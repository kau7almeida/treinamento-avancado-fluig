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Treinamento Avançado Fluig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03 — Formulários Customizados e Dinâmicos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horas  |  12 sessões  |  JYNX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754880"/>
            <a:ext cx="27432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jynx.com.br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 do dia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3152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de um formulário Fluig (HTML puro vs Fluig)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tipos de input: text, email, date, select, radio, checkbox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Helpers do Fluig (WCMAPI, FORM_MODE)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em camadas (HTML nativo + jQuery)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guiado: Cadastro de Funcionário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autônomo: formulário tema livre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Anatomia de um formulário Fluig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formulário Fluig É HTML — com convenções obrigatórias.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502920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371600"/>
            <a:ext cx="4754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class="fluig-style-guide"&gt;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943600" y="137160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Wrapper obrigatório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1051560" y="1901952"/>
            <a:ext cx="470916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0" name="Text 7"/>
          <p:cNvSpPr/>
          <p:nvPr/>
        </p:nvSpPr>
        <p:spPr>
          <a:xfrm>
            <a:off x="1188720" y="1901952"/>
            <a:ext cx="44348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class="panel"&gt;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943600" y="1901952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visual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371600" y="2432304"/>
            <a:ext cx="438912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3" name="Text 10"/>
          <p:cNvSpPr/>
          <p:nvPr/>
        </p:nvSpPr>
        <p:spPr>
          <a:xfrm>
            <a:off x="1508760" y="2432304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class="row"&gt;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943600" y="2432304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grid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1691640" y="2962656"/>
            <a:ext cx="406908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6" name="Text 13"/>
          <p:cNvSpPr/>
          <p:nvPr/>
        </p:nvSpPr>
        <p:spPr>
          <a:xfrm>
            <a:off x="1828800" y="2962656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class="col-md-6"&gt;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0" y="2962656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(12 = total)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011680" y="3493008"/>
            <a:ext cx="3749040" cy="438912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9" name="Text 16"/>
          <p:cNvSpPr/>
          <p:nvPr/>
        </p:nvSpPr>
        <p:spPr>
          <a:xfrm>
            <a:off x="2148840" y="3493008"/>
            <a:ext cx="3474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class="form-group"&gt;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943600" y="3493008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do campo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331720" y="4023360"/>
            <a:ext cx="3429000" cy="43891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22" name="Shape 19"/>
          <p:cNvSpPr/>
          <p:nvPr/>
        </p:nvSpPr>
        <p:spPr>
          <a:xfrm>
            <a:off x="2331720" y="4023360"/>
            <a:ext cx="45720" cy="438912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23" name="Text 20"/>
          <p:cNvSpPr/>
          <p:nvPr/>
        </p:nvSpPr>
        <p:spPr>
          <a:xfrm>
            <a:off x="2468880" y="4023360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&lt;label&gt; + &lt;input name="..."&gt;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943600" y="4023360"/>
            <a:ext cx="2743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+ campo com name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solidFill>
            <a:srgbClr val="FFF3E0"/>
          </a:solidFill>
          <a:ln/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617720"/>
            <a:ext cx="228600" cy="22860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143000" y="45720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atributo name é o contrato com o banco. Sem name = dado perdido.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puro vs Formulário Fluig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05840"/>
            <a:ext cx="3931920" cy="45720"/>
          </a:xfrm>
          <a:prstGeom prst="rect">
            <a:avLst/>
          </a:prstGeom>
          <a:solidFill>
            <a:srgbClr val="E74C3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4300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puro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action="/salvar"&gt;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&lt;label&gt;Nome&lt;/label&gt;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type="text"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id="nome"&gt;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&lt;button&gt;Salvar&lt;/button&gt;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Shape 7"/>
          <p:cNvSpPr/>
          <p:nvPr/>
        </p:nvSpPr>
        <p:spPr>
          <a:xfrm>
            <a:off x="4754880" y="1005840"/>
            <a:ext cx="3931920" cy="45720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14300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208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Formulário Fluig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554480"/>
            <a:ext cx="35661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class="fluig-style-guide"&gt;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&lt;div class="panel"&gt;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class="form-group"&gt;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&lt;label&gt;Nome&lt;/label&gt;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&lt;input class="form-control"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id="nome" name="nome"&gt;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0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&lt;/div&gt;&lt;/div&gt;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atributo name — regras de ouro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05840"/>
          <a:ext cx="76809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Errado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Snake case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nome_completo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nomeCompleto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acentos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descricao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espaços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data_nascimento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nascimento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hífens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centro_custo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centro-custo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Único por campo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 name por campo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Dois campos com mesmo name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731520" y="3840480"/>
            <a:ext cx="7680960" cy="731520"/>
          </a:xfrm>
          <a:prstGeom prst="rect">
            <a:avLst/>
          </a:prstGeom>
          <a:solidFill>
            <a:srgbClr val="FDEDE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977640"/>
            <a:ext cx="274320" cy="2743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280160" y="38404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sem name = dado perdido. Campo disabled = dado NÃO enviado (use readonly).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Tipos de input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47548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 como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type="text" name="x"&gt;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type="email" name="x"&gt;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(validado)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Número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type="number" name="x"&gt;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type="date" name="x"&gt;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YYYY-MM-DD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&lt;select name="x"&gt;&lt;option value="v"&gt;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value da option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type="radio" name="x" value="v"&gt;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do selecionado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type="checkbox" name="x" value="S"&gt;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Só se marcado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&lt;textarea name="x"&gt;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multilinha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Hidden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&lt;input type="hidden" name="x" value="v"&gt;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 (invisível)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2004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Helpers do Fluig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Funções nativas disponíveis no browser para formulários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7680960" cy="3200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554480"/>
            <a:ext cx="7315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9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Usuário logado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WCMAPI.getUser()           // login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WCMAPI.getUserCode()       // código numérico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9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Modo do formulário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document.getElementById("___FORM_MODE___")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9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"ADD" = novo | "MOD" = editando | "VIEW" = visualizando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9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Número do documento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document.getElementById("___NUM_DOCUMENT___")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69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Data de hoje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 hoje = new Date().toISOString().split('T')[0];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Validação em 3 camadas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731520" y="1097280"/>
            <a:ext cx="2468880" cy="320040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6" name="Shape 3"/>
          <p:cNvSpPr/>
          <p:nvPr/>
        </p:nvSpPr>
        <p:spPr>
          <a:xfrm>
            <a:off x="731520" y="1097280"/>
            <a:ext cx="2468880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Shape 4"/>
          <p:cNvSpPr/>
          <p:nvPr/>
        </p:nvSpPr>
        <p:spPr>
          <a:xfrm>
            <a:off x="1645920" y="1371600"/>
            <a:ext cx="640080" cy="64008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164592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6868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HTML nativo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651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required, type=email,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min, max, maxlength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520440" y="1097280"/>
            <a:ext cx="2468880" cy="320040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2" name="Shape 9"/>
          <p:cNvSpPr/>
          <p:nvPr/>
        </p:nvSpPr>
        <p:spPr>
          <a:xfrm>
            <a:off x="3520440" y="1097280"/>
            <a:ext cx="2468880" cy="457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3" name="Shape 10"/>
          <p:cNvSpPr/>
          <p:nvPr/>
        </p:nvSpPr>
        <p:spPr>
          <a:xfrm>
            <a:off x="4434840" y="1371600"/>
            <a:ext cx="640080" cy="640080"/>
          </a:xfrm>
          <a:prstGeom prst="ellipse">
            <a:avLst/>
          </a:prstGeom>
          <a:solidFill>
            <a:srgbClr val="E85D04"/>
          </a:solidFill>
          <a:ln/>
        </p:spPr>
      </p:sp>
      <p:sp>
        <p:nvSpPr>
          <p:cNvPr id="14" name="Text 11"/>
          <p:cNvSpPr/>
          <p:nvPr/>
        </p:nvSpPr>
        <p:spPr>
          <a:xfrm>
            <a:off x="443484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65760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jQuery (browser)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3657600" y="2651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negócio,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validações complexas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6309360" y="1097280"/>
            <a:ext cx="2468880" cy="320040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8" name="Shape 15"/>
          <p:cNvSpPr/>
          <p:nvPr/>
        </p:nvSpPr>
        <p:spPr>
          <a:xfrm>
            <a:off x="6309360" y="1097280"/>
            <a:ext cx="246888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9" name="Shape 16"/>
          <p:cNvSpPr/>
          <p:nvPr/>
        </p:nvSpPr>
        <p:spPr>
          <a:xfrm>
            <a:off x="7223760" y="137160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0" name="Text 17"/>
          <p:cNvSpPr/>
          <p:nvPr/>
        </p:nvSpPr>
        <p:spPr>
          <a:xfrm>
            <a:off x="7223760" y="13716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6446520" y="2194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validateForm (servidor)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446520" y="2651760"/>
            <a:ext cx="2194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final de defesa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(sessão 07)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Exercício: Formulário tema livre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minutos | Individual ou dupla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Crie um formulário sobre qualquer tema da sua empresa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mínimos: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Pelo menos 8 campos de 3 tipos diferentes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Pelo menos 2 painéis (panels)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Grid com pelo menos uma linha de 2 colunas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Pelo menos 1 validação (required ou jQuery)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5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Todos os campos com name em snake_case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400" i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Desafio: máscara de CPF/CNPJ com jQuery Mask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E85D0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7432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2C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Troubleshooting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914400"/>
          <a:ext cx="768096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40233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2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não salva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atributo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salva texto em vez de código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value de cada &lt;option&gt;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Radio não funciona como grupo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Todos do grupo com mesmo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Checkbox não salva quando desmarcado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Comportamento padrão HTML — tratar no servidor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Campo disabled não salva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Usar readonly em vez de disabled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Estilo não aplica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wrapper fluig-style-guide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Máscara não funciona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Incluir jquery.mask.min.js no resources/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takeaways de hoje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1371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463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campo que precisa salvar dados PRECISA ter name em snake_case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514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2514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06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Hierarquia padrão: fluig-style-guide &gt; panel &gt; row &gt; col-md-X &gt; form-group &gt; label + input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3" name="Shape 11"/>
          <p:cNvSpPr/>
          <p:nvPr/>
        </p:nvSpPr>
        <p:spPr>
          <a:xfrm>
            <a:off x="731520" y="3657600"/>
            <a:ext cx="54864" cy="100584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7490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5D0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554480" y="374904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em camadas: HTML nativo (required) &gt; jQuery (regras) &gt; servidor (validateForm)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E85D04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sessão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Sessão 04 — Formulários Avançados e Técnicas Dinâmicas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B0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Quinta-feira, 27/03/2026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Zoom — busca com autocomplete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Pai x Filho (cascateamento de selects)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populado via Dataset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dinâmicas (adicionar/remover linhas)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754880"/>
            <a:ext cx="27432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jynx.com.br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Sessão 03 - Formulários Customizados e Dinâmicos</dc:title>
  <dc:subject>PptxGenJS Presentation</dc:subject>
  <dc:creator>JYNX</dc:creator>
  <cp:lastModifiedBy>JYNX</cp:lastModifiedBy>
  <cp:revision>1</cp:revision>
  <dcterms:created xsi:type="dcterms:W3CDTF">2026-03-23T15:22:32Z</dcterms:created>
  <dcterms:modified xsi:type="dcterms:W3CDTF">2026-03-23T15:22:32Z</dcterms:modified>
</cp:coreProperties>
</file>